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Simulator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514600"/>
            <a:ext cx="32004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</a:rPr>
              <a:t>An OOP project in C++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GUtech  |  April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Noor Alkharusi 24-0254   |   Lubna Alhoti 24-0199   |   Yousuf Al Harthi 24-0682   |   Sawsan Al-Ismaili 24-0453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What is our system?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2860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The Daily Life Simulator lets the user pick a set of daily activities like studying, sleeping, exercising, or relaxing. Each activity affects three stats: Energy, Mood, and Productivity. At the end of the day, the system shows a final report of how well the user managed their day.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Main features: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–  Choose from 4 activities: Study, Sleep, Exercise, Relax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703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–  Stats update after every activity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–  Final report shows Energy, Mood &amp; Productivity as percentages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</a:rPr>
              <a:t>–  A description of the day is shown at the end (e.g. "Productive Day!")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Main Classes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18288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Person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931920" y="1371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Base class — stores the player's name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01952"/>
            <a:ext cx="7680960" cy="0"/>
          </a:xfrm>
          <a:prstGeom prst="line">
            <a:avLst/>
          </a:prstGeom>
          <a:noFill/>
          <a:ln w="12700">
            <a:solidFill>
              <a:srgbClr val="E8E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Stats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2057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Holds energy, mood, productivity (0–100)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587752"/>
            <a:ext cx="7680960" cy="0"/>
          </a:xfrm>
          <a:prstGeom prst="line">
            <a:avLst/>
          </a:prstGeom>
          <a:noFill/>
          <a:ln w="12700">
            <a:solidFill>
              <a:srgbClr val="E8E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7432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Activity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7432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Abstract base class — has virtual apply(Stats&amp;)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273552"/>
            <a:ext cx="7680960" cy="0"/>
          </a:xfrm>
          <a:prstGeom prst="line">
            <a:avLst/>
          </a:prstGeom>
          <a:noFill/>
          <a:ln w="12700">
            <a:solidFill>
              <a:srgbClr val="E8E8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Study / Sleep / Exercise / Relax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3429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Derived from Activity — each overrides apply()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959352"/>
            <a:ext cx="7680960" cy="0"/>
          </a:xfrm>
          <a:prstGeom prst="line">
            <a:avLst/>
          </a:prstGeom>
          <a:noFill/>
          <a:ln w="12700">
            <a:solidFill>
              <a:srgbClr val="E8E8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DaySimulator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4114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Runs the simulation and shows the final report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645152"/>
            <a:ext cx="7680960" cy="0"/>
          </a:xfrm>
          <a:prstGeom prst="line">
            <a:avLst/>
          </a:prstGeom>
          <a:noFill/>
          <a:ln w="12700">
            <a:solidFill>
              <a:srgbClr val="E8E8E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What does each class do?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7432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7680960" cy="475488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6245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88920" y="136245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Energy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17720" y="13624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Mood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37960" y="1362456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Productivity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19656"/>
            <a:ext cx="7680960" cy="475488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562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Study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85623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▼ decreases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18562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185623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▲ increases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313432"/>
            <a:ext cx="7680960" cy="475488"/>
          </a:xfrm>
          <a:prstGeom prst="rect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3500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Sleep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88920" y="23500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▲ increases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3500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235000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807208"/>
            <a:ext cx="7680960" cy="475488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8437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Exercise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284378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▼ decreases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17720" y="28437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▲ increases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284378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3300984"/>
            <a:ext cx="7680960" cy="475488"/>
          </a:xfrm>
          <a:prstGeom prst="rect">
            <a:avLst/>
          </a:prstGeom>
          <a:solidFill>
            <a:srgbClr val="ECECEC"/>
          </a:solidFill>
          <a:ln w="12700">
            <a:solidFill>
              <a:srgbClr val="ECEC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337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Relax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3337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17720" y="3337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▲ increases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33375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2062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Stats class also handles: getters/setters (encapsulation), display(), and operator+ overloading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2222"/>
                </a:solidFill>
              </a:rPr>
              <a:t>Class Relationships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256032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Inheritance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737360"/>
            <a:ext cx="2560320" cy="457200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  (abstract)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2194560"/>
            <a:ext cx="0" cy="27432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468880"/>
            <a:ext cx="82296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Study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00200" y="2468880"/>
            <a:ext cx="82296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Sleep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2468880"/>
            <a:ext cx="82296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Exercise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2468880"/>
            <a:ext cx="82296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2468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Relax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</a:rPr>
              <a:t>Person is also a base class — extended by the player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280160"/>
            <a:ext cx="0" cy="2926080"/>
          </a:xfrm>
          <a:prstGeom prst="line">
            <a:avLst/>
          </a:prstGeom>
          <a:noFill/>
          <a:ln w="19050">
            <a:solidFill>
              <a:srgbClr val="E8E8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9D8F"/>
                </a:solidFill>
              </a:rPr>
              <a:t>Composition (has-a)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3657600" cy="475488"/>
          </a:xfrm>
          <a:prstGeom prst="rect">
            <a:avLst/>
          </a:prstGeom>
          <a:solidFill>
            <a:srgbClr val="1B2B3B"/>
          </a:solidFill>
          <a:ln w="12700">
            <a:solidFill>
              <a:srgbClr val="1B2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75564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DaySimulator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DDDD"/>
                </a:solidFill>
              </a:rPr>
              <a:t>controls everything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2212848"/>
            <a:ext cx="0" cy="484632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3317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has-a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2697480"/>
            <a:ext cx="3657600" cy="475488"/>
          </a:xfrm>
          <a:prstGeom prst="rect">
            <a:avLst/>
          </a:prstGeom>
          <a:solidFill>
            <a:srgbClr val="DEDE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2715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Activity*  (list)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74920" y="29443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polymorphic activity list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3172968"/>
            <a:ext cx="0" cy="484632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2918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has-a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3657600"/>
            <a:ext cx="3657600" cy="475488"/>
          </a:xfrm>
          <a:prstGeom prst="rect">
            <a:avLst/>
          </a:prstGeom>
          <a:solidFill>
            <a:srgbClr val="DEDED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4920" y="3675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2222"/>
                </a:solidFill>
              </a:rPr>
              <a:t>Stats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39044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energy, mood, productivity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3108960"/>
            <a:ext cx="274320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337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Daily Life Simulator  ·  GUtech OOP Project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2026-04-26T15:33:15Z</dcterms:created>
  <dcterms:modified xsi:type="dcterms:W3CDTF">2026-04-26T15:33:15Z</dcterms:modified>
</cp:coreProperties>
</file>